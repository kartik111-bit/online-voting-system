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Title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ONLINE VOTING SYSTEM</a:t>
            </a:r>
          </a:p>
          <a:p>
            <a:pPr>
              <a:defRPr sz="1584"/>
            </a:pPr>
            <a:r>
              <a:t>Secure Digital Election Platform Using Firebase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Introduction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A secure web-based application for:</a:t>
            </a:r>
          </a:p>
          <a:p>
            <a:pPr>
              <a:defRPr sz="1584"/>
            </a:pPr>
            <a:r>
              <a:t>• User registration and login</a:t>
            </a:r>
          </a:p>
          <a:p>
            <a:pPr>
              <a:defRPr sz="1584"/>
            </a:pPr>
            <a:r>
              <a:t>• Online voting</a:t>
            </a:r>
          </a:p>
          <a:p>
            <a:pPr>
              <a:defRPr sz="1584"/>
            </a:pPr>
            <a:r>
              <a:t>• Live result analytics</a:t>
            </a:r>
          </a:p>
          <a:p>
            <a:pPr>
              <a:defRPr sz="1584"/>
            </a:pPr>
            <a:r>
              <a:t>• Duplicate vote prevention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Objectives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Secure online voting</a:t>
            </a:r>
          </a:p>
          <a:p>
            <a:pPr>
              <a:defRPr sz="1584"/>
            </a:pPr>
            <a:r>
              <a:t>• Reduce manual errors</a:t>
            </a:r>
          </a:p>
          <a:p>
            <a:pPr>
              <a:defRPr sz="1584"/>
            </a:pPr>
            <a:r>
              <a:t>• Real-time results</a:t>
            </a:r>
          </a:p>
          <a:p>
            <a:pPr>
              <a:defRPr sz="1584"/>
            </a:pPr>
            <a:r>
              <a:t>• One person = One vote</a:t>
            </a:r>
          </a:p>
          <a:p>
            <a:pPr>
              <a:defRPr sz="1584"/>
            </a:pPr>
            <a:r>
              <a:t>• Learn Firebase integration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Technologies Used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Frontend:</a:t>
            </a:r>
          </a:p>
          <a:p>
            <a:pPr>
              <a:defRPr sz="1584"/>
            </a:pPr>
            <a:r>
              <a:t>• HTML</a:t>
            </a:r>
          </a:p>
          <a:p>
            <a:pPr>
              <a:defRPr sz="1584"/>
            </a:pPr>
            <a:r>
              <a:t>• CSS</a:t>
            </a:r>
          </a:p>
          <a:p>
            <a:pPr>
              <a:defRPr sz="1584"/>
            </a:pPr>
            <a:r>
              <a:t>• JavaScript</a:t>
            </a:r>
          </a:p>
          <a:p>
            <a:pPr>
              <a:defRPr sz="1584"/>
            </a:pPr>
          </a:p>
          <a:p>
            <a:pPr>
              <a:defRPr sz="1584"/>
            </a:pPr>
            <a:r>
              <a:t>Backend:</a:t>
            </a:r>
          </a:p>
          <a:p>
            <a:pPr>
              <a:defRPr sz="1584"/>
            </a:pPr>
            <a:r>
              <a:t>• Firebase Authentication</a:t>
            </a:r>
          </a:p>
          <a:p>
            <a:pPr>
              <a:defRPr sz="1584"/>
            </a:pPr>
            <a:r>
              <a:t>• Firestore Database</a:t>
            </a:r>
          </a:p>
          <a:p>
            <a:pPr>
              <a:defRPr sz="1584"/>
            </a:pPr>
            <a:r>
              <a:t>• Chart.js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System Architecture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User → Login/Register → Firebase Auth → Voting Page → Firestore Database → Results Dashboard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Project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index.html</a:t>
            </a:r>
          </a:p>
          <a:p>
            <a:pPr>
              <a:defRPr sz="1584"/>
            </a:pPr>
            <a:r>
              <a:t>vote.html</a:t>
            </a:r>
          </a:p>
          <a:p>
            <a:pPr>
              <a:defRPr sz="1584"/>
            </a:pPr>
            <a:r>
              <a:t>results.html</a:t>
            </a:r>
          </a:p>
          <a:p>
            <a:pPr>
              <a:defRPr sz="1584"/>
            </a:pPr>
            <a:r>
              <a:t>style.css</a:t>
            </a:r>
          </a:p>
          <a:p>
            <a:pPr>
              <a:defRPr sz="1584"/>
            </a:pPr>
            <a:r>
              <a:t>app.js</a:t>
            </a:r>
          </a:p>
          <a:p>
            <a:pPr>
              <a:defRPr sz="1584"/>
            </a:pPr>
            <a:r>
              <a:t>firebase.js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Firebase Setup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1. Created Firebase Project</a:t>
            </a:r>
          </a:p>
          <a:p>
            <a:pPr>
              <a:defRPr sz="1584"/>
            </a:pPr>
            <a:r>
              <a:t>2. Added Web App</a:t>
            </a:r>
          </a:p>
          <a:p>
            <a:pPr>
              <a:defRPr sz="1584"/>
            </a:pPr>
            <a:r>
              <a:t>3. Enabled Authentication</a:t>
            </a:r>
          </a:p>
          <a:p>
            <a:pPr>
              <a:defRPr sz="1584"/>
            </a:pPr>
            <a:r>
              <a:t>4. Enabled Firestore Database</a:t>
            </a:r>
          </a:p>
          <a:p>
            <a:pPr>
              <a:defRPr sz="1584"/>
            </a:pPr>
            <a:r>
              <a:t>5. Connected Firebase SDK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Authentication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User registration</a:t>
            </a:r>
          </a:p>
          <a:p>
            <a:pPr>
              <a:defRPr sz="1584"/>
            </a:pPr>
            <a:r>
              <a:t>• Secure login</a:t>
            </a:r>
          </a:p>
          <a:p>
            <a:pPr>
              <a:defRPr sz="1584"/>
            </a:pPr>
            <a:r>
              <a:t>• Firebase credential verification</a:t>
            </a:r>
          </a:p>
          <a:p>
            <a:pPr>
              <a:defRPr sz="1584"/>
            </a:pPr>
            <a:r>
              <a:t>• Session management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Voting System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Candidate voting buttons</a:t>
            </a:r>
          </a:p>
          <a:p>
            <a:pPr>
              <a:defRPr sz="1584"/>
            </a:pPr>
            <a:r>
              <a:t>• Vote storage in Firestore</a:t>
            </a:r>
          </a:p>
          <a:p>
            <a:pPr>
              <a:defRPr sz="1584"/>
            </a:pPr>
            <a:r>
              <a:t>• Duplicate vote prevention</a:t>
            </a:r>
          </a:p>
          <a:p>
            <a:pPr>
              <a:defRPr sz="1584"/>
            </a:pPr>
            <a:r>
              <a:t>• Live database updates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Database Structure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votes collection:</a:t>
            </a:r>
          </a:p>
          <a:p>
            <a:pPr>
              <a:defRPr sz="1584"/>
            </a:pPr>
            <a:r>
              <a:t>• email</a:t>
            </a:r>
          </a:p>
          <a:p>
            <a:pPr>
              <a:defRPr sz="1584"/>
            </a:pPr>
            <a:r>
              <a:t>• candidate</a:t>
            </a:r>
          </a:p>
          <a:p>
            <a:pPr>
              <a:defRPr sz="1584"/>
            </a:pPr>
          </a:p>
          <a:p>
            <a:pPr>
              <a:defRPr sz="1584"/>
            </a:pPr>
            <a:r>
              <a:t>Used to securely store votes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Results Dashboard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Live vote counting</a:t>
            </a:r>
          </a:p>
          <a:p>
            <a:pPr>
              <a:defRPr sz="1584"/>
            </a:pPr>
            <a:r>
              <a:t>• Interactive charts using Chart.js</a:t>
            </a:r>
          </a:p>
          <a:p>
            <a:pPr>
              <a:defRPr sz="1584"/>
            </a:pPr>
            <a:r>
              <a:t>• Real-time analytics dashboard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UI/UX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Professional dark theme</a:t>
            </a:r>
          </a:p>
          <a:p>
            <a:pPr>
              <a:defRPr sz="1584"/>
            </a:pPr>
            <a:r>
              <a:t>• 3D animated background</a:t>
            </a:r>
          </a:p>
          <a:p>
            <a:pPr>
              <a:defRPr sz="1584"/>
            </a:pPr>
            <a:r>
              <a:t>• Glassmorphism effects</a:t>
            </a:r>
          </a:p>
          <a:p>
            <a:pPr>
              <a:defRPr sz="1584"/>
            </a:pPr>
            <a:r>
              <a:t>• Responsive design</a:t>
            </a:r>
          </a:p>
          <a:p>
            <a:pPr>
              <a:defRPr sz="1584"/>
            </a:pPr>
            <a:r>
              <a:t>• Smooth animations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Security Features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Firebase authentication security</a:t>
            </a:r>
          </a:p>
          <a:p>
            <a:pPr>
              <a:defRPr sz="1584"/>
            </a:pPr>
            <a:r>
              <a:t>• Firestore security rules</a:t>
            </a:r>
          </a:p>
          <a:p>
            <a:pPr>
              <a:defRPr sz="1584"/>
            </a:pPr>
            <a:r>
              <a:t>• Duplicate vote protection</a:t>
            </a:r>
          </a:p>
          <a:p>
            <a:pPr>
              <a:defRPr sz="1584"/>
            </a:pPr>
            <a:r>
              <a:t>• Authorized database access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Advantages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Fast voting</a:t>
            </a:r>
          </a:p>
          <a:p>
            <a:pPr>
              <a:defRPr sz="1584"/>
            </a:pPr>
            <a:r>
              <a:t>• Cloud storage</a:t>
            </a:r>
          </a:p>
          <a:p>
            <a:pPr>
              <a:defRPr sz="1584"/>
            </a:pPr>
            <a:r>
              <a:t>• Live results</a:t>
            </a:r>
          </a:p>
          <a:p>
            <a:pPr>
              <a:defRPr sz="1584"/>
            </a:pPr>
            <a:r>
              <a:t>• Secure system</a:t>
            </a:r>
          </a:p>
          <a:p>
            <a:pPr>
              <a:defRPr sz="1584"/>
            </a:pPr>
            <a:r>
              <a:t>• Accessible anywhere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• Admin dashboard</a:t>
            </a:r>
          </a:p>
          <a:p>
            <a:pPr>
              <a:defRPr sz="1584"/>
            </a:pPr>
            <a:r>
              <a:t>• Face recognition login</a:t>
            </a:r>
          </a:p>
          <a:p>
            <a:pPr>
              <a:defRPr sz="1584"/>
            </a:pPr>
            <a:r>
              <a:t>• OTP verification</a:t>
            </a:r>
          </a:p>
          <a:p>
            <a:pPr>
              <a:defRPr sz="1584"/>
            </a:pPr>
            <a:r>
              <a:t>• Mobile app version</a:t>
            </a:r>
          </a:p>
          <a:p>
            <a:pPr>
              <a:defRPr sz="1584"/>
            </a:pPr>
            <a:r>
              <a:t>• Blockchain voting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Conclusion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The project demonstrates a secure, scalable and modern digital voting platform using Firebase cloud services.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algn="ctr">
              <a:defRPr sz="2304"/>
            </a:pPr>
            <a:r>
              <a:t>Thank You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>
              <a:defRPr sz="1584"/>
            </a:pPr>
            <a:r>
              <a:t>Questions &amp; Answers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